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TerraStudio with AI</dc:title>
  <dc:subject>One Developer, 338 Commits, 33 Days — A case study in AI-assisted development
</dc:subject>
  <dc:creator/>
  <cp:lastModifiedBy/>
  <cp:revision>1</cp:revision>
  <dcterms:created xsi:type="dcterms:W3CDTF">2026-03-26T08:31:41Z</dcterms:created>
  <dcterms:modified xsi:type="dcterms:W3CDTF">2026-03-26T08:31:41Z</dcterms:modified>
</cp:coreProperties>
</file>